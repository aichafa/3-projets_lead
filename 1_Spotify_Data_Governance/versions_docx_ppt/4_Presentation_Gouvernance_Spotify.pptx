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403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9D3E0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L'ENJEU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agir maintenant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Silos de données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fragmentées entre départements, sans source unique de vérité.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25112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53712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53712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RGPD, CCPA et PCI-DSS à respecter sur un périmètre mondial.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01584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330184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30184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qualité des données conditionne la pertinence des recommandations.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11091672" cy="2194560"/>
          </a:xfrm>
          <a:prstGeom prst="roundRect">
            <a:avLst>
              <a:gd name="adj" fmla="val 3750"/>
            </a:avLst>
          </a:prstGeom>
          <a:solidFill>
            <a:srgbClr val="F1EF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39776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2,8/5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3931920" y="4069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Maturité de gouvernance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31920" y="452628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forte maturité technique (architecture et analytique à 4 sur 5) mais une maturité organisationnelle plus faible sur la gouvernance, la conformité, l'accessibilité et l'intégration des données.</a:t>
            </a:r>
            <a:endParaRPr lang="en-US" sz="1400" dirty="0"/>
          </a:p>
        </p:txBody>
      </p:sp>
      <p:sp>
        <p:nvSpPr>
          <p:cNvPr id="17" name="TextBox 16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et valeur métier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Améliorer la qualité des données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Assurer la conformité réglementaire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la vie privée des utilisateurs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Décloisonner l'accès aux données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45352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F1EF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65392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métier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65392" y="233172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décisions fondées sur des données fiables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conformité maîtrisée, moins de risques de sanctions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des utilisateurs préservée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organisation prête à passer à l'échelle</a:t>
            </a:r>
            <a:endParaRPr lang="en-US" sz="1500" dirty="0"/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cadre fondé sur neuf principes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25112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462272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01584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38744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8580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25112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462272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01584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38744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85800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des utilisateurs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25112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462272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continue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01584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238744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éthique</a:t>
            </a:r>
            <a:endParaRPr lang="en-US" sz="1600" dirty="0"/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et responsabilités</a:t>
            </a:r>
            <a:endParaRPr lang="en-US" sz="2800" dirty="0"/>
          </a:p>
        </p:txBody>
      </p:sp>
      <p:pic>
        <p:nvPicPr>
          <p:cNvPr id="4" name="Image 0" descr="/home/claude/org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7498080" cy="4389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7532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Responsabilités clés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75320" y="1965960"/>
            <a:ext cx="3429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</a:t>
            </a: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stratégie de gouvernance</a:t>
            </a:r>
            <a:endParaRPr lang="en-US" sz="12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gouvernance</a:t>
            </a: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validation des politiques</a:t>
            </a:r>
            <a:endParaRPr lang="en-US" sz="12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et juridique</a:t>
            </a: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conformité et risques</a:t>
            </a:r>
            <a:endParaRPr lang="en-US" sz="12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Stewards</a:t>
            </a: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qualité et accès par domaine</a:t>
            </a:r>
            <a:endParaRPr lang="en-US" sz="12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Steward IA</a:t>
            </a: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biais et données d'entraînement</a:t>
            </a:r>
            <a:endParaRPr lang="en-US" sz="12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métier</a:t>
            </a: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propriétaires des données</a:t>
            </a:r>
            <a:endParaRPr lang="en-US" sz="1250" dirty="0"/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mise en œuvre progressive</a:t>
            </a:r>
            <a:endParaRPr lang="en-US" sz="2800" dirty="0"/>
          </a:p>
        </p:txBody>
      </p:sp>
      <p:pic>
        <p:nvPicPr>
          <p:cNvPr id="4" name="Image 0" descr="/home/claude/trajec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1234440"/>
            <a:ext cx="8778240" cy="25328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02336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82296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- outils du marché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461772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Collibra - catalogue de données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Ataccama ONE - qualité des données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OneTrust - conformité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- sécurité et supervision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45352" y="402336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1EF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519672" y="4206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- avantage propre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519672" y="46177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algorithmique, à savoir le moteur de recommandation et la surveillance des biais, est développé en interne, car c'est ce qui différencie Spotify.</a:t>
            </a:r>
            <a:endParaRPr lang="en-US" sz="1350" dirty="0"/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pilote ciblé, des résultats mesurables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669280" cy="4297680"/>
          </a:xfrm>
          <a:prstGeom prst="roundRect">
            <a:avLst>
              <a:gd name="adj" fmla="val 1915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pilote : métadonnées de contenu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: les données décrivant morceaux et podcasts, qui alimentent la recommandation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: qualité, conformité, décloisonnement de l'accès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: responsable de pilote, Data Steward, DPO, profil technique, métier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: lancement, nettoyage, audit, mise en place, revue, bilan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19672" y="1600200"/>
            <a:ext cx="5120640" cy="4297680"/>
          </a:xfrm>
          <a:prstGeom prst="roundRect">
            <a:avLst>
              <a:gd name="adj" fmla="val 1915"/>
            </a:avLst>
          </a:prstGeom>
          <a:solidFill>
            <a:srgbClr val="F1EF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839712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réussite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839712" y="2331720"/>
            <a:ext cx="4572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Data Stewards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conformité (RGPD, CCPA, PCI-DSS)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des données par dimension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jeux couverts par un contrat de données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 correction des anomalies</a:t>
            </a:r>
            <a:endParaRPr lang="en-US" sz="1350" dirty="0"/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et décision attendue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3840480"/>
          </a:xfrm>
          <a:prstGeom prst="roundRect">
            <a:avLst>
              <a:gd name="adj" fmla="val 2143"/>
            </a:avLst>
          </a:prstGeom>
          <a:solidFill>
            <a:srgbClr val="E7F0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cadre apporte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fiables et décloisonnées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conformité maîtrisée à l'échelle mondiale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des utilisateurs préservée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gouvernance prête à passer à l'échelle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45352" y="160020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1EF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65392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65392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 cadre et lancer la phase 1 (socle centralisé)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Démarrer le pilote sur les métadonnées de contenu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Mesurer, puis étendre au reste de l'organisation</a:t>
            </a:r>
            <a:endParaRPr lang="en-US" sz="1450" dirty="0"/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457</Words>
  <Application>Microsoft Office PowerPoint</Application>
  <PresentationFormat>Grand écran</PresentationFormat>
  <Paragraphs>92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Gouvernance des données - Spotify</dc:title>
  <dc:subject>PptxGenJS Presentation</dc:subject>
  <dc:creator>Aïcha Fathellah</dc:creator>
  <cp:lastModifiedBy>Aicha FATHELLAH</cp:lastModifiedBy>
  <cp:revision>2</cp:revision>
  <dcterms:created xsi:type="dcterms:W3CDTF">2026-08-13T14:57:47Z</dcterms:created>
  <dcterms:modified xsi:type="dcterms:W3CDTF">2026-10-11T18:41:25Z</dcterms:modified>
</cp:coreProperties>
</file>